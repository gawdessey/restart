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AWS Lex Knowledge Quiz Chatbot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Project 3 – Part 2</a:t>
            </a:r>
          </a:p>
          <a:p>
            <a:r>
              <a:t>Group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Amazon Lex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Amazon Lex is an AWS service for building conversational chatbots</a:t>
            </a:r>
          </a:p>
          <a:p>
            <a:pPr lvl="1"/>
            <a:r>
              <a:t>Uses Natural Language Processing (NLP) to understand user input</a:t>
            </a:r>
          </a:p>
          <a:p>
            <a:pPr lvl="1"/>
            <a:r>
              <a:t>Powers services like Amazon Alexa</a:t>
            </a:r>
          </a:p>
          <a:p>
            <a:pPr lvl="1"/>
            <a:r>
              <a:t>Allows quick creation, testing, and deployment of chatbots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Client Requirements – CloudLearners Inc.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Educational chatbot for learners</a:t>
            </a:r>
          </a:p>
          <a:p>
            <a:pPr lvl="1"/>
            <a:r>
              <a:t>Interactive knowledge quiz on Amazon S3</a:t>
            </a:r>
          </a:p>
          <a:p>
            <a:pPr lvl="1"/>
            <a:r>
              <a:t>Clear feedback for correct and incorrect answers</a:t>
            </a:r>
          </a:p>
          <a:p>
            <a:pPr lvl="1"/>
            <a:r>
              <a:t>Simple and engaging user experience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Built an Amazon Lex chatbot with multiple intents</a:t>
            </a:r>
          </a:p>
          <a:p>
            <a:pPr lvl="1"/>
            <a:r>
              <a:t>Created an S3 information intent (Part 1)</a:t>
            </a:r>
          </a:p>
          <a:p>
            <a:pPr lvl="1"/>
            <a:r>
              <a:t>Added a quiz intent to test learner knowledge</a:t>
            </a:r>
          </a:p>
          <a:p>
            <a:pPr lvl="1"/>
            <a:r>
              <a:t>Designed clear questions and feedback responses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Quiz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 start the quiz with phrases like 'Start quiz'</a:t>
            </a:r>
          </a:p>
          <a:p>
            <a:pPr lvl="1"/>
            <a:r>
              <a:t>Chatbot asks multiple-choice questions</a:t>
            </a:r>
          </a:p>
          <a:p>
            <a:pPr lvl="1"/>
            <a:r>
              <a:t>Users respond using A, B, or C</a:t>
            </a:r>
          </a:p>
          <a:p>
            <a:pPr lvl="1"/>
            <a:r>
              <a:t>Bot provides immediate feedback and continues the quiz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Used Amazon Lex intents to manage conversation flow</a:t>
            </a:r>
          </a:p>
          <a:p>
            <a:pPr lvl="1"/>
            <a:r>
              <a:t>Sample utterances trigger quiz and answers</a:t>
            </a:r>
          </a:p>
          <a:p>
            <a:pPr lvl="1"/>
            <a:r>
              <a:t>Branching logic handled via separate answer intents</a:t>
            </a:r>
          </a:p>
          <a:p>
            <a:pPr lvl="1"/>
            <a:r>
              <a:t>No backend code required (Lex-only solution)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Demonstrate the chatbot in Amazon Lex console</a:t>
            </a:r>
          </a:p>
          <a:p>
            <a:pPr lvl="1"/>
            <a:r>
              <a:t>Start the quiz using test window</a:t>
            </a:r>
          </a:p>
          <a:p>
            <a:pPr lvl="1"/>
            <a:r>
              <a:t>Show correct and incorrect answer handling</a:t>
            </a:r>
          </a:p>
          <a:p>
            <a:pPr lvl="1"/>
            <a:r>
              <a:t>Highlight smooth and user-friendly flow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Amazon Lex is effective for educational chatbots</a:t>
            </a:r>
          </a:p>
          <a:p>
            <a:pPr lvl="1"/>
            <a:r>
              <a:t>The quiz bot improves learner engagement</a:t>
            </a:r>
          </a:p>
          <a:p>
            <a:pPr lvl="1"/>
            <a:r>
              <a:t>Solution meets all client requirements</a:t>
            </a:r>
          </a:p>
          <a:p>
            <a:pPr lvl="1"/>
            <a:r>
              <a:t>Chatbot can be expanded with more questions or services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